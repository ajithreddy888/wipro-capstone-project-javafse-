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6584">
              <a:alpha val="15000"/>
            </a:srgbClr>
          </a:solidFill>
          <a:ln w="12700">
            <a:solidFill>
              <a:srgbClr val="FF658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365760"/>
            <a:ext cx="1371600" cy="13716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365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 Marketplace &amp; Analytics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Microservices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657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36576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416052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AI/Groq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416052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Wipro Capstone Project  |  Deepak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AI-driven app marketplace where users can explore, review, and download applications while developers manage publishing, analytics, and intelligent recommendations.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965960"/>
            <a:ext cx="731520" cy="7315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marketplace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apps (.apk)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reviews &amp; ratings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personalized recommendations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43E97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965960"/>
            <a:ext cx="731520" cy="731520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publish apps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admin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download analytics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FF658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965960"/>
            <a:ext cx="731520" cy="731520"/>
          </a:xfrm>
          <a:prstGeom prst="ellipse">
            <a:avLst/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246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Approve/block submissions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marketplace apps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Eureka Service Discovery &amp; API Gateway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⚛  React Frontend  :3000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0" cy="32004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0116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API Gateway  :8080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20116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🔍 Eureka :8761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4864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97280" y="2514600"/>
            <a:ext cx="0" cy="3657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user-service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:8081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0" y="3520440"/>
            <a:ext cx="0" cy="2743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94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1C30"/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🗄 login_db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514600"/>
            <a:ext cx="0" cy="3657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app-service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:8082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520440"/>
            <a:ext cx="0" cy="2743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3794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1C30"/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🗄 app_db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2514600"/>
            <a:ext cx="0" cy="3657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developer-service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:8083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0" y="3520440"/>
            <a:ext cx="0" cy="2743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794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1C30"/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🗄 dev_db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80960" y="2514600"/>
            <a:ext cx="0" cy="3657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288036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ai-service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:8084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0" y="3520440"/>
            <a:ext cx="0" cy="27432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37947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1C1C30"/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🗄 Groq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Breakdown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Eureka Server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:8761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0515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10515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Service registry — all services register here for dynamic discovery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09928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099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70992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:8080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170992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170992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Single entry point, CORS handling, routes to correct service via lb://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68296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6829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user-service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36829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:8081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236829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login_db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0" y="23682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Register, login, JWT generation, BCrypt password hashing, roles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2666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26664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266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app-service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0266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:8082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02666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app_db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302666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Marketplace apps, reviews, download tracking, AI recommendations feed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8503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85032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850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developer-service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368503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:8083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3685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dev_db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368503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Publish/manage apps, version control, circuit breaker sync to app_db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F2FF"/>
          </a:solidFill>
          <a:ln w="12700">
            <a:solidFill>
              <a:srgbClr val="6D2E4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34340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43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434340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E46"/>
                </a:solidFill>
              </a:rPr>
              <a:t>:8084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34640" y="43434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Groq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43434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</a:rPr>
              <a:t>Sentiment analysis + personalized recommendations via LLaMA 3.3 70B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6C63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analyzes user download history to suggest personalized apps. Only shown after user has downloads.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FF6584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502920" cy="502920"/>
          </a:xfrm>
          <a:prstGeom prst="ellipse">
            <a:avLst/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review is analyzed for POSITIVE/NEGATIVE/NEUTRAL sentiment and fake review detection via AI.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02809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pattern in developer-service. If app-service is down, publish still succeeds — no cascading failures.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43E97B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821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auth. Each service validates JWT independently. userId and role extracted from token claims.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FFD700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1821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 → PUBLISHED/BLOCKED. Admin reviews every submission before it appears in marketplace.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6D2E4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5468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1821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Management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7033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release new versions with release notes. Each new version triggers re-review by admin. Full history tracked.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Request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FF"/>
                </a:solidFill>
              </a:rPr>
              <a:t>How a user login and download request travels through the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LOGIN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submits email + password in React Login page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66420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Axios POST → http://localhost:8080/api/users/login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1600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API Gateway routes → user-service :8081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BCrypt verifies password against stored hash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225856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JWT generated with userId + role → returned to 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25856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stores JWT in localStorage → redirect based on role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43E97B">
              <a:alpha val="20000"/>
            </a:srgbClr>
          </a:solidFill>
          <a:ln w="12700">
            <a:solidFill>
              <a:srgbClr val="43E97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E97B"/>
                </a:solidFill>
              </a:rPr>
              <a:t>DOWNLOAD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337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clicks Download — Axios sends Bearer token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340156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3337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JwtFilter validates token → sets userId in SecurityContext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40156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337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Increments totalDownloads in app_db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9592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39319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Saves Download record (userId + appId) for AI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399592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39319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Returns dummy .apk file as binary blob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3995928"/>
            <a:ext cx="347472" cy="347472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3995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F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39319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creates blob URL → triggers browser download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 (Netflix OSS)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Circuit Breaker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RestTemplate (inter-service)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Encoding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(state mgmt)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 Styling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API (file download)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(JWT store)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3931920"/>
          </a:xfrm>
          <a:prstGeom prst="roundRect">
            <a:avLst>
              <a:gd name="adj" fmla="val 5172"/>
            </a:avLst>
          </a:prstGeom>
          <a:solidFill>
            <a:srgbClr val="F0F2FF"/>
          </a:solidFill>
          <a:ln w="12700">
            <a:solidFill>
              <a:srgbClr val="FF658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46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3.3 70B)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(JSON parsing)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databases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ORM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@PrePersist lifecycle hooks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API (Java 17+)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63FF"/>
                </a:solidFill>
              </a:rPr>
              <a:t>Each microservice owns its own database — core microservices principle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 login_db  (user-service)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2084832"/>
          </a:xfrm>
          <a:prstGeom prst="roundRect">
            <a:avLst>
              <a:gd name="adj" fmla="val 3509"/>
            </a:avLst>
          </a:prstGeom>
          <a:solidFill>
            <a:srgbClr val="1C1C30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users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 (PK)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569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email (UNIQUE)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862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password (BCrypt)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role (USER/DEV/ADMIN)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447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active (boolean)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 app_db  (app-service)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69164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apps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id, name, description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2276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category, developerName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2569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averageRating, totalDownloads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862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status (ACTIVE/INACTIVE)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imageUrl, createdAt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3584448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584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reviews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8770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id, appId, userId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4169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comment, rating (1-5)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4462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sentiment (AI-filled)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createdAt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5175504"/>
            <a:ext cx="2743200" cy="1179576"/>
          </a:xfrm>
          <a:prstGeom prst="roundRect">
            <a:avLst>
              <a:gd name="adj" fmla="val 6202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5175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downloads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5468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id, userId, appId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5760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appName, downloadedAt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6053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→ drives AI recommendations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18872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🗄 dev_db  (developer-service)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169164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C1C30"/>
          </a:solidFill>
          <a:ln w="12700">
            <a:solidFill>
              <a:srgbClr val="FF6584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584"/>
                </a:solidFill>
              </a:rPr>
              <a:t>developer_apps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1984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id, name, description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0" y="2276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category, developerId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9360" y="2569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currentVersion, status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9360" y="2862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DRAFT/PENDING/PUBLISHED/BLOCKED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3282696"/>
            <a:ext cx="2743200" cy="1179576"/>
          </a:xfrm>
          <a:prstGeom prst="roundRect">
            <a:avLst>
              <a:gd name="adj" fmla="val 6202"/>
            </a:avLst>
          </a:prstGeom>
          <a:solidFill>
            <a:srgbClr val="1C1C30"/>
          </a:solidFill>
          <a:ln w="12700">
            <a:solidFill>
              <a:srgbClr val="FF6584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282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584"/>
                </a:solidFill>
              </a:rPr>
              <a:t>app_versions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0" y="3575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id, appId, version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9360" y="3867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releaseNotes, releasedAt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▸ → full audit trail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Groq + LLaMA 3.3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920240"/>
          </a:xfrm>
          <a:prstGeom prst="roundRect">
            <a:avLst>
              <a:gd name="adj" fmla="val 7143"/>
            </a:avLst>
          </a:prstGeom>
          <a:solidFill>
            <a:srgbClr val="F0F2FF"/>
          </a:solidFill>
          <a:ln w="12700">
            <a:solidFill>
              <a:srgbClr val="FF658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Review Sentiment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Input: review text + user rating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AI returns: POSITIVE / NEGATIVE / NEUTRAL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Also detects: isFakeLikely (true/false)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Predicts: expected rating (1-5)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920240"/>
          </a:xfrm>
          <a:prstGeom prst="roundRect">
            <a:avLst>
              <a:gd name="adj" fmla="val 7143"/>
            </a:avLst>
          </a:prstGeom>
          <a:solidFill>
            <a:srgbClr val="F0F2FF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Personalized Recommendations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Input: user downloaded apps + all available apps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Only triggers if user has downloads (no cold start)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LLaMA finds pattern → returns top 5 similar apps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Fetched ONCE per session (recFetched flag)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1783080"/>
          </a:xfrm>
          <a:prstGeom prst="roundRect">
            <a:avLst>
              <a:gd name="adj" fmla="val 6154"/>
            </a:avLst>
          </a:prstGeom>
          <a:solidFill>
            <a:srgbClr val="1E1E2F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Prompt Engineering Example: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this app review. Respond ONLY with JSON, no markdown: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{"sentiment":"POSITIVE","predictedRating":4,"isFakeLikely":false}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"This app is absolutely amazing!"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Strips ```json fences  →  Parses with Jackson  →  Falls back to NEUTRAL on failure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JWT Authentication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3E97B"/>
                </a:solidFill>
              </a:rPr>
              <a:t>Stateless token-based security validated independently by each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C1C30"/>
          </a:solidFill>
          <a:ln w="12700">
            <a:solidFill>
              <a:srgbClr val="43E97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E97B"/>
                </a:solidFill>
              </a:rPr>
              <a:t>JWT Structure:  Header . Payload . Signature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 "sub": "ajith@gmail.com", "userId": 18, "role": "USER", "iat": 1781514400, "exp": 1781600800 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084832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1. Register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BCrypt hashes password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Stores in login_db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2651760"/>
            <a:ext cx="13716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20848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2. Login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Verifies BCrypt hash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Generates JWT token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63240" y="2651760"/>
            <a:ext cx="1371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43E97B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4448" y="2084832"/>
            <a:ext cx="502920" cy="502920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E97B"/>
                </a:solidFill>
              </a:rPr>
              <a:t>3. Store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React saves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localStorage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2651760"/>
            <a:ext cx="137160" cy="0"/>
          </a:xfrm>
          <a:prstGeom prst="line">
            <a:avLst/>
          </a:prstGeom>
          <a:noFill/>
          <a:ln w="19050">
            <a:solidFill>
              <a:srgbClr val="43E9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1768" y="2084832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4. Request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Axios adds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Authorization: Bearer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97880" y="2651760"/>
            <a:ext cx="13716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2084832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3504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5. Gateway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Routes to correct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microservice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0" y="2651760"/>
            <a:ext cx="13716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2360" y="201168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C1C30"/>
          </a:solidFill>
          <a:ln w="12700">
            <a:solidFill>
              <a:srgbClr val="FF6584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36408" y="2084832"/>
            <a:ext cx="502920" cy="502920"/>
          </a:xfrm>
          <a:prstGeom prst="ellipse">
            <a:avLst/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36408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52360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584"/>
                </a:solidFill>
              </a:rPr>
              <a:t>6. JwtFilter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2907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Validates signature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Sets userId in Context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34290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1C1C30"/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5204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Same secret key in ALL services — user-service CREATES tokens, others VALIDATE them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No database lookup during validation — all info is IN the token (stateless)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Principal = userId (Long) — accessible via authentication.getPrincipal() in every controller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Token expires in 24 hours — signed with HMAC-SHA256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54864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→ OPEN → HALF-OPEN states. 50% failure rate over 5 calls trips the circuit. 10s wait before retry. Prevents cascading failures.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 Servlet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uses WebFlux (Netty) — CorsWebFilter. Other services use MVC (Tomcat) — CorsFilter. Cannot mix them.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43E97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502920" cy="502920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2161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@PrePersist Hook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first DB INSERT. Auto-sets createdAt timestamp and default status. Eliminates manual field setting in service layer.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FF658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363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pipeline: repository.findAll().stream().map(this::mapToResponse).collect(toList()). Replaces verbose for-loops throughout.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FFD7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502920" cy="5029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1363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storage for auth. Each request thread has own context. Principal = userId set in JwtFilter, read in controllers.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737360"/>
          </a:xfrm>
          <a:prstGeom prst="roundRect">
            <a:avLst>
              <a:gd name="adj" fmla="val 7895"/>
            </a:avLst>
          </a:prstGeom>
          <a:solidFill>
            <a:srgbClr val="F0F2FF"/>
          </a:solidFill>
          <a:ln w="12700">
            <a:solidFill>
              <a:srgbClr val="6D2E4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0896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1363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6576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JSON format instruction + example + valid value enumeration. Strip markdown fences. Fallback on parse failure.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584">
              <a:alpha val="12000"/>
            </a:srgbClr>
          </a:solidFill>
          <a:ln w="12700">
            <a:solidFill>
              <a:srgbClr val="FF6584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48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4572000" cy="502920"/>
          </a:xfrm>
          <a:prstGeom prst="roundRect">
            <a:avLst>
              <a:gd name="adj" fmla="val 21818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743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AppVerse AI — Smart App Marketplace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6 Microservices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34747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3 Databases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34747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JWT Security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AI Recommendations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97764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Circuit Breaker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397764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1C1C3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React Frontend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Wipro Capstone Project  |  Deepak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AppVerse AI - Smart App Marketplace</dc:title>
  <dc:subject>PptxGenJS Presentation</dc:subject>
  <dc:creator>Deepak - Wipro Capstone</dc:creator>
  <cp:lastModifiedBy>Deepak - Wipro Capstone</cp:lastModifiedBy>
  <cp:revision>1</cp:revision>
  <dcterms:created xsi:type="dcterms:W3CDTF">2026-06-17T05:26:27Z</dcterms:created>
  <dcterms:modified xsi:type="dcterms:W3CDTF">2026-06-17T05:26:27Z</dcterms:modified>
</cp:coreProperties>
</file>